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C588-48B5-4A5B-6355-B5D30F340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2FE31-73F3-2ECE-E20C-672DDACF9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AE2BC-DBC5-B94D-5C90-4274C9D7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91F80-DF60-CDEB-FE5E-102C8997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5D96B-3F03-92D5-F2B1-4E24E55FD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76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341C-4762-250B-23F2-64E998B4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3D15C-8CDF-334F-42F1-2C9DE7435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274E1-1C22-545F-55D3-AE732E0E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F85EF-4048-7272-0084-F918B224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47D6F-6254-B591-9059-ABE44B26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87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F5B5-1E62-8C93-9419-99FCD11E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8DE61-FAA1-40E1-E7D9-FAF5ED0F2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5E0F3-35F8-0AF3-6CE2-C06CB58D9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E551F-0B99-51A1-A6B9-0B65376D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7CE53-68DD-D0CD-AD11-F93B62E58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18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8276-562E-628E-FAD9-5684D3CB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CBB04-6076-FC2E-4B55-8160AFAA7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62700-D1B9-F615-3FA9-BBD05852F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4DDD9-DD7A-4223-5113-3503E72E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1AF69-E4D2-D830-C77D-DD98224F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1B00C-0993-5643-09E4-0EC176CE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B9A9-240E-DB51-4B07-06D103032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CA7FB-C3F0-6F3D-85BD-B3FD0B6EA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8AC32-9D9A-7729-174C-B37F92646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3B6E7-F6FC-1E37-BC88-60ADB90C0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9A454-1933-7300-4013-FD22553E6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63C19-628B-FC13-CA62-823E3C24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B87EC-5462-041C-2CA3-86503AF2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805BAB-5C72-B3FC-D641-D264CBAC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570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6332-C06C-E7AB-555A-DCF7157C3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626B9-FC3E-BB11-7D4C-D359FDAB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89653-79BB-E1A7-8A8C-0D9473EAB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EFB2E-5EF8-217A-B92F-366B95BDB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90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7174C-9CE4-935A-7949-FF2E831F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9E589-E1E9-80C8-B0DB-400DE7C1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ED555-C027-816F-7E67-6A3D8DE9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42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9A5F-2068-68F9-D5EA-8F3F5D1F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D7D5A-9240-A029-2380-5D9434009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DB5EF-42ED-FBF5-89CF-F6E147518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7CBAE-B7CE-E17D-4DB0-D8082A1D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E1FEB-5A4C-C434-8A4F-E2B14C12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D4E7E-C772-69F1-821A-FB5F6C65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721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32C6-B1CD-A0C7-DAA0-9A25AB3F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12BCC-85C5-3F75-6A7A-FF66040B5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C0065-06CE-CF68-93B3-BDDBD595F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EEBEE-1CDE-AF46-2AEE-8B8ABCFFD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8262D-13A2-FDD9-36C2-4B1324EC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64FCE-8864-15D9-30DF-2750A6A8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42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ED5B-E4DC-1423-B7B7-D5BFBBA1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217B91-3E26-22B7-ECD9-A64733A7E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EBC6E-3F4C-CD52-3D39-74BCBC003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AC1E-D6A5-FFE9-FFCF-4404989B6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06F58-6413-98B9-40E3-5C985884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400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D3CFE-99AD-DD09-3F1D-9EB741F2F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73706-1CF2-D4B4-B681-7FDBC5E6B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B6DD9-B533-44EA-311E-02D5F4DF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D2D62-9754-FEA1-645F-0B9460FE9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D9E7B-05A9-85AD-F6DC-2C6C0AF18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51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2246D-897E-F69F-8D6C-FEBA6768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6F917-C7C0-4545-D9B2-9E40877CF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92B45-B137-DC2D-EE12-E70BEAB17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7F6BA-0619-4D9D-A546-024DA109A66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B330F-42C5-0CE6-0044-665A13956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5169B-FDFA-1C49-EAC5-9EB8D02C0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A68C2A-A2E2-463A-AADD-5F10F7C9F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98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057B-BD10-CE91-4B91-62669F52BF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Driven Systems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843FF-483A-DFB5-D066-724C1848A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Student number : 40487649</a:t>
            </a:r>
          </a:p>
        </p:txBody>
      </p:sp>
    </p:spTree>
    <p:extLst>
      <p:ext uri="{BB962C8B-B14F-4D97-AF65-F5344CB8AC3E}">
        <p14:creationId xmlns:p14="http://schemas.microsoft.com/office/powerpoint/2010/main" val="3746981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BFBBA-E394-FCBD-4526-B6DE89AD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en-GB" sz="5400" dirty="0"/>
              <a:t>Adding Data (frontend)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FB548-97A1-2643-1497-1492BDDDB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/>
              <a:t>Adding a member is simple and quick via our web interface. </a:t>
            </a:r>
            <a:br>
              <a:rPr lang="en-GB" sz="2200"/>
            </a:br>
            <a:r>
              <a:rPr lang="en-GB" sz="2200"/>
              <a:t>All inputs are validated and we check for required fields</a:t>
            </a:r>
          </a:p>
          <a:p>
            <a:endParaRPr lang="en-GB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A0FCE-3654-9516-43A2-11AF2915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136233"/>
            <a:ext cx="5458968" cy="45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85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36AB-5BC2-F71C-15B7-4A0947FCD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490B-6749-6099-73C6-636409B2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en-GB" sz="5400" dirty="0"/>
              <a:t>Adding Data (backend)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1071E-9DDC-D1F8-1C74-AA5D1467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 dirty="0"/>
              <a:t>All inputs have their types validated </a:t>
            </a:r>
          </a:p>
          <a:p>
            <a:r>
              <a:rPr lang="en-GB" sz="2200" dirty="0"/>
              <a:t>Input strings have their length checked and rejected if too large</a:t>
            </a:r>
          </a:p>
          <a:p>
            <a:endParaRPr lang="en-GB" sz="2200" dirty="0"/>
          </a:p>
          <a:p>
            <a:endParaRPr lang="en-GB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6EFFD-4951-0700-C986-A385F9C86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103" y="812183"/>
            <a:ext cx="6023722" cy="474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0D471-4EE9-C15E-4675-6548EC590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732F2-AFE3-60D4-28BE-5E3068CD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083945"/>
          </a:xfrm>
        </p:spPr>
        <p:txBody>
          <a:bodyPr anchor="b">
            <a:normAutofit/>
          </a:bodyPr>
          <a:lstStyle/>
          <a:p>
            <a:r>
              <a:rPr lang="en-GB" sz="5400" dirty="0"/>
              <a:t>Editing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8BBCF-6440-47D1-0BFD-DBADDEC72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1724025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 dirty="0"/>
              <a:t>Once again there is a simple form to edit data</a:t>
            </a:r>
          </a:p>
          <a:p>
            <a:r>
              <a:rPr lang="en-GB" sz="2200" dirty="0"/>
              <a:t>All changed data goes through the same validation as new Data</a:t>
            </a:r>
          </a:p>
          <a:p>
            <a:pPr marL="0" indent="0">
              <a:buNone/>
            </a:pPr>
            <a:endParaRPr lang="en-GB" sz="2200" dirty="0"/>
          </a:p>
          <a:p>
            <a:endParaRPr lang="en-GB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EF580-FF0D-46C5-23DA-D2F10FF07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149" y="209100"/>
            <a:ext cx="6277851" cy="6439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D5EB47-0FBC-B4E8-D850-8C450D95A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65" y="4071869"/>
            <a:ext cx="4620270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8836-B9BC-96C8-42BA-73E557FD5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3A00-514B-D313-0E01-5B447F80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083945"/>
          </a:xfrm>
        </p:spPr>
        <p:txBody>
          <a:bodyPr anchor="b">
            <a:normAutofit/>
          </a:bodyPr>
          <a:lstStyle/>
          <a:p>
            <a:r>
              <a:rPr lang="en-GB" sz="5400" dirty="0"/>
              <a:t>User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F789-1F86-6C65-065C-37CC582A8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1724025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 dirty="0"/>
              <a:t>Before any deletions occur, we prompt the user with a confirmation box</a:t>
            </a:r>
          </a:p>
          <a:p>
            <a:r>
              <a:rPr lang="en-GB" sz="2200" dirty="0"/>
              <a:t>Upon any error occurring we produce an error message for the user to assist in fixing it</a:t>
            </a:r>
          </a:p>
          <a:p>
            <a:endParaRPr lang="en-GB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A5F74F-A4D5-CE05-D7F6-3DA1080D0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059" y="3674670"/>
            <a:ext cx="7211431" cy="1066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56E195-4E69-03CE-2206-E84F9D5CB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030" y="1323975"/>
            <a:ext cx="5623034" cy="2038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62AE18-B21B-50B4-AAC1-B7EF985A4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" y="5351070"/>
            <a:ext cx="12192000" cy="61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1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113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Data Driven Systems Project</vt:lpstr>
      <vt:lpstr>Adding Data (frontend)</vt:lpstr>
      <vt:lpstr>Adding Data (backend)</vt:lpstr>
      <vt:lpstr>Editing Data</vt:lpstr>
      <vt:lpstr>User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Emmo</dc:creator>
  <cp:lastModifiedBy>Mark Emmo</cp:lastModifiedBy>
  <cp:revision>4</cp:revision>
  <dcterms:created xsi:type="dcterms:W3CDTF">2026-04-23T16:09:16Z</dcterms:created>
  <dcterms:modified xsi:type="dcterms:W3CDTF">2026-04-24T13:57:38Z</dcterms:modified>
</cp:coreProperties>
</file>